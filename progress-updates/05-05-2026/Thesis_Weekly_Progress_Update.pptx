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601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90779"/>
            <a:ext cx="10607040" cy="1478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Thesis Progress Update</a:t>
            </a:r>
          </a:p>
          <a:p>
            <a:r>
              <a:rPr lang="en-GB" i="1" dirty="0"/>
              <a:t>Benchmarking Holistic vs Sentence-Level RLAIF for Factual Summarization via Granular Credit Assignment</a:t>
            </a:r>
            <a:endParaRPr lang="en-GB" dirty="0"/>
          </a:p>
          <a:p>
            <a:r>
              <a:rPr lang="en-GB" i="1" dirty="0"/>
              <a:t>(GCA)</a:t>
            </a:r>
            <a:endParaRPr lang="en-GB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606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Reward-model based judging and GCA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Muhammad Hasnat · 05 May 2026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397764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Weekly progress update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from last meeting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Main points clarified this week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Concerns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Is an open-ended LLM judge fair and stable enough?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Why use sentence-level segmentation if full-summary scores are available?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How does GCA produce one preference from local scores?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How does DPO use the output after GCA?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Direction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37960" y="1938528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Keep the accepted thesis structure unchanged.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fixed factuality/reward models as the main automatic judge.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full-summary scoring as the holistic baseline.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sentence/claim scoring plus GCA as the proposed method.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Weekly progress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Revised judge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Same research goal, more reproducible judge implementation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Primary scoring source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fixed factuality/reward model scores summaries against the source article.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This avoids relying mainly on free-form LLM opinions.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Open-ended LLM judging can remain only as diagnostic analysis.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Candidate models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CogComp BART faithful summary detector: task-specific baseline.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AlignScore: strong candidate for sentence/claim-level factual alignment.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SummaC, QAFactEval, FActScore-style checks: independent evaluation.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Weekly progress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Where GCA and DPO fit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2057400" y="3044952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069080" y="3044952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6080760" y="3044952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8092440" y="3044952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10104120" y="3044952"/>
            <a:ext cx="822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978408" y="2852928"/>
            <a:ext cx="9692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Article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80360" y="2697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2990088" y="2807208"/>
            <a:ext cx="969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Summary 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Summary B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92040" y="2697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5001768" y="2807208"/>
            <a:ext cx="969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Reward / factuality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scoring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03720" y="2697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013448" y="2807208"/>
            <a:ext cx="969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GCA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aggregation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15400" y="26974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9025128" y="2807208"/>
            <a:ext cx="9692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Chosen / rejected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pair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927080" y="274320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11036808" y="2852928"/>
            <a:ext cx="6949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DPO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training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Holistic baseline: score full summaries. Proposed method: score sentences or claims, then aggregate.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Weekly progress update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sentence-level segmentation?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Full-summary scoring remains the baseline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Full-summary score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Gives one overall factuality score.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Useful baseline for holistic feedback.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Limited explanation of where the error 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</a:rPr>
              <a:t>Sentence / claim score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1938528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Localizes factual errors inside the summary.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Makes GCA meaningful: credit and blame are assigned to local units.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Avoids fake preferences when two summaries contain the same facts.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0" cy="38404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Weekly progress update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plan for this week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Concise implementation direction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033272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Keep the accepted proposal: holistic feedback vs GCA-based granular feedback.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Implement full-summary reward scoring as the baseline.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Implement sentence-level scoring and GCA aggregation for the proposed method.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Use margin thresholds to discard unclear pairs.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Evaluate with independent factuality metrics and a small human audit.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F172A"/>
                </a:solidFill>
              </a:rPr>
              <a:t>Main idea: the full score tells which summary may be better; local scoring explains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Weekly progress update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410</Words>
  <Application>Microsoft Macintosh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Koblenz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Weekly Progress Update</dc:title>
  <dc:subject>Thesis weekly progress update</dc:subject>
  <dc:creator>Muhammad Hasnat</dc:creator>
  <cp:lastModifiedBy>Muhammad Hasnat</cp:lastModifiedBy>
  <cp:revision>2</cp:revision>
  <dcterms:created xsi:type="dcterms:W3CDTF">2026-05-05T12:36:22Z</dcterms:created>
  <dcterms:modified xsi:type="dcterms:W3CDTF">2026-05-05T12:50:14Z</dcterms:modified>
</cp:coreProperties>
</file>